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8288000" cy="10287000"/>
  <p:notesSz cx="6858000" cy="9144000"/>
  <p:embeddedFontLst>
    <p:embeddedFont>
      <p:font typeface="Lalezar" charset="1" panose="00000500000000000000"/>
      <p:regular r:id="rId13"/>
    </p:embeddedFont>
    <p:embeddedFont>
      <p:font typeface="Dreaming Outloud Sans" charset="1" panose="00000500000000000000"/>
      <p:regular r:id="rId14"/>
    </p:embeddedFont>
    <p:embeddedFont>
      <p:font typeface="Clear Sans Regular Bold" charset="1" panose="020B0603030202020304"/>
      <p:regular r:id="rId15"/>
    </p:embeddedFont>
    <p:embeddedFont>
      <p:font typeface="Clear Sans Regular" charset="1" panose="020B0503030202020304"/>
      <p:regular r:id="rId16"/>
    </p:embeddedFont>
    <p:embeddedFont>
      <p:font typeface="Open Sans" charset="1" panose="020B0606030504020204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13" Target="../media/image12.svg" Type="http://schemas.openxmlformats.org/officeDocument/2006/relationships/image"/><Relationship Id="rId14" Target="../media/image13.png" Type="http://schemas.openxmlformats.org/officeDocument/2006/relationships/image"/><Relationship Id="rId15" Target="../media/image14.svg" Type="http://schemas.openxmlformats.org/officeDocument/2006/relationships/image"/><Relationship Id="rId16" Target="../media/image15.png" Type="http://schemas.openxmlformats.org/officeDocument/2006/relationships/image"/><Relationship Id="rId17" Target="../media/image16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png" Type="http://schemas.openxmlformats.org/officeDocument/2006/relationships/image"/><Relationship Id="rId11" Target="../media/image14.svg" Type="http://schemas.openxmlformats.org/officeDocument/2006/relationships/image"/><Relationship Id="rId12" Target="../media/image15.png" Type="http://schemas.openxmlformats.org/officeDocument/2006/relationships/image"/><Relationship Id="rId13" Target="../media/image16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11.png" Type="http://schemas.openxmlformats.org/officeDocument/2006/relationships/image"/><Relationship Id="rId9" Target="../media/image12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Relationship Id="rId8" Target="../media/image11.png" Type="http://schemas.openxmlformats.org/officeDocument/2006/relationships/image"/><Relationship Id="rId9" Target="../media/image12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13" Target="../media/image12.svg" Type="http://schemas.openxmlformats.org/officeDocument/2006/relationships/image"/><Relationship Id="rId14" Target="../media/image13.png" Type="http://schemas.openxmlformats.org/officeDocument/2006/relationships/image"/><Relationship Id="rId15" Target="../media/image14.svg" Type="http://schemas.openxmlformats.org/officeDocument/2006/relationships/image"/><Relationship Id="rId16" Target="../media/image15.png" Type="http://schemas.openxmlformats.org/officeDocument/2006/relationships/image"/><Relationship Id="rId17" Target="../media/image16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C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402607" y="2487240"/>
            <a:ext cx="11482787" cy="45538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426"/>
              </a:lnSpc>
            </a:pPr>
            <a:r>
              <a:rPr lang="en-US" sz="17965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Upswing</a:t>
            </a:r>
          </a:p>
          <a:p>
            <a:pPr algn="ctr">
              <a:lnSpc>
                <a:spcPts val="17426"/>
              </a:lnSpc>
            </a:pPr>
            <a:r>
              <a:rPr lang="en-US" sz="17965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Jumpin’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-523061" y="6541875"/>
            <a:ext cx="4099837" cy="4114800"/>
          </a:xfrm>
          <a:custGeom>
            <a:avLst/>
            <a:gdLst/>
            <a:ahLst/>
            <a:cxnLst/>
            <a:rect r="r" b="b" t="t" l="l"/>
            <a:pathLst>
              <a:path h="4114800" w="4099837">
                <a:moveTo>
                  <a:pt x="0" y="0"/>
                </a:moveTo>
                <a:lnTo>
                  <a:pt x="4099837" y="0"/>
                </a:lnTo>
                <a:lnTo>
                  <a:pt x="40998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861447">
            <a:off x="14428604" y="4873673"/>
            <a:ext cx="5189182" cy="5415655"/>
          </a:xfrm>
          <a:custGeom>
            <a:avLst/>
            <a:gdLst/>
            <a:ahLst/>
            <a:cxnLst/>
            <a:rect r="r" b="b" t="t" l="l"/>
            <a:pathLst>
              <a:path h="5415655" w="5189182">
                <a:moveTo>
                  <a:pt x="0" y="0"/>
                </a:moveTo>
                <a:lnTo>
                  <a:pt x="5189181" y="0"/>
                </a:lnTo>
                <a:lnTo>
                  <a:pt x="5189181" y="5415655"/>
                </a:lnTo>
                <a:lnTo>
                  <a:pt x="0" y="54156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144000" y="7770896"/>
            <a:ext cx="5533350" cy="4114800"/>
          </a:xfrm>
          <a:custGeom>
            <a:avLst/>
            <a:gdLst/>
            <a:ahLst/>
            <a:cxnLst/>
            <a:rect r="r" b="b" t="t" l="l"/>
            <a:pathLst>
              <a:path h="4114800" w="5533350">
                <a:moveTo>
                  <a:pt x="0" y="0"/>
                </a:moveTo>
                <a:lnTo>
                  <a:pt x="5533350" y="0"/>
                </a:lnTo>
                <a:lnTo>
                  <a:pt x="55333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5954939">
            <a:off x="5042893" y="7725734"/>
            <a:ext cx="2843035" cy="3636440"/>
          </a:xfrm>
          <a:custGeom>
            <a:avLst/>
            <a:gdLst/>
            <a:ahLst/>
            <a:cxnLst/>
            <a:rect r="r" b="b" t="t" l="l"/>
            <a:pathLst>
              <a:path h="3636440" w="2843035">
                <a:moveTo>
                  <a:pt x="0" y="0"/>
                </a:moveTo>
                <a:lnTo>
                  <a:pt x="2843034" y="0"/>
                </a:lnTo>
                <a:lnTo>
                  <a:pt x="2843034" y="3636439"/>
                </a:lnTo>
                <a:lnTo>
                  <a:pt x="0" y="363643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873637" y="-2399085"/>
            <a:ext cx="4754496" cy="4114800"/>
          </a:xfrm>
          <a:custGeom>
            <a:avLst/>
            <a:gdLst/>
            <a:ahLst/>
            <a:cxnLst/>
            <a:rect r="r" b="b" t="t" l="l"/>
            <a:pathLst>
              <a:path h="4114800" w="4754496">
                <a:moveTo>
                  <a:pt x="0" y="0"/>
                </a:moveTo>
                <a:lnTo>
                  <a:pt x="4754496" y="0"/>
                </a:lnTo>
                <a:lnTo>
                  <a:pt x="475449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0987175" y="-822989"/>
            <a:ext cx="2263087" cy="2894647"/>
          </a:xfrm>
          <a:custGeom>
            <a:avLst/>
            <a:gdLst/>
            <a:ahLst/>
            <a:cxnLst/>
            <a:rect r="r" b="b" t="t" l="l"/>
            <a:pathLst>
              <a:path h="2894647" w="2263087">
                <a:moveTo>
                  <a:pt x="0" y="0"/>
                </a:moveTo>
                <a:lnTo>
                  <a:pt x="2263087" y="0"/>
                </a:lnTo>
                <a:lnTo>
                  <a:pt x="2263087" y="2894647"/>
                </a:lnTo>
                <a:lnTo>
                  <a:pt x="0" y="289464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788334">
            <a:off x="-882232" y="14258"/>
            <a:ext cx="4343839" cy="4114800"/>
          </a:xfrm>
          <a:custGeom>
            <a:avLst/>
            <a:gdLst/>
            <a:ahLst/>
            <a:cxnLst/>
            <a:rect r="r" b="b" t="t" l="l"/>
            <a:pathLst>
              <a:path h="4114800" w="4343839">
                <a:moveTo>
                  <a:pt x="0" y="0"/>
                </a:moveTo>
                <a:lnTo>
                  <a:pt x="4343839" y="0"/>
                </a:lnTo>
                <a:lnTo>
                  <a:pt x="434383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1404291">
            <a:off x="15292195" y="-836436"/>
            <a:ext cx="3462000" cy="4920155"/>
          </a:xfrm>
          <a:custGeom>
            <a:avLst/>
            <a:gdLst/>
            <a:ahLst/>
            <a:cxnLst/>
            <a:rect r="r" b="b" t="t" l="l"/>
            <a:pathLst>
              <a:path h="4920155" w="3462000">
                <a:moveTo>
                  <a:pt x="0" y="0"/>
                </a:moveTo>
                <a:lnTo>
                  <a:pt x="3461999" y="0"/>
                </a:lnTo>
                <a:lnTo>
                  <a:pt x="3461999" y="4920155"/>
                </a:lnTo>
                <a:lnTo>
                  <a:pt x="0" y="4920155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4729301" y="6698392"/>
            <a:ext cx="8829398" cy="10439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10"/>
              </a:lnSpc>
            </a:pPr>
            <a:r>
              <a:rPr lang="en-US" sz="6150" spc="67">
                <a:solidFill>
                  <a:srgbClr val="000000"/>
                </a:solidFill>
                <a:latin typeface="Dreaming Outloud Sans"/>
                <a:ea typeface="Dreaming Outloud Sans"/>
                <a:cs typeface="Dreaming Outloud Sans"/>
                <a:sym typeface="Dreaming Outloud Sans"/>
              </a:rPr>
              <a:t>Проект на Arcade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C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561329" y="5493670"/>
            <a:ext cx="11165341" cy="1543050"/>
            <a:chOff x="0" y="0"/>
            <a:chExt cx="2940666" cy="4064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0666" cy="406400"/>
            </a:xfrm>
            <a:custGeom>
              <a:avLst/>
              <a:gdLst/>
              <a:ahLst/>
              <a:cxnLst/>
              <a:rect r="r" b="b" t="t" l="l"/>
              <a:pathLst>
                <a:path h="406400" w="2940666">
                  <a:moveTo>
                    <a:pt x="35103" y="0"/>
                  </a:moveTo>
                  <a:lnTo>
                    <a:pt x="2905563" y="0"/>
                  </a:lnTo>
                  <a:cubicBezTo>
                    <a:pt x="2924950" y="0"/>
                    <a:pt x="2940666" y="15716"/>
                    <a:pt x="2940666" y="35103"/>
                  </a:cubicBezTo>
                  <a:lnTo>
                    <a:pt x="2940666" y="371297"/>
                  </a:lnTo>
                  <a:cubicBezTo>
                    <a:pt x="2940666" y="390684"/>
                    <a:pt x="2924950" y="406400"/>
                    <a:pt x="2905563" y="406400"/>
                  </a:cubicBezTo>
                  <a:lnTo>
                    <a:pt x="35103" y="406400"/>
                  </a:lnTo>
                  <a:cubicBezTo>
                    <a:pt x="15716" y="406400"/>
                    <a:pt x="0" y="390684"/>
                    <a:pt x="0" y="371297"/>
                  </a:cubicBezTo>
                  <a:lnTo>
                    <a:pt x="0" y="35103"/>
                  </a:lnTo>
                  <a:cubicBezTo>
                    <a:pt x="0" y="15716"/>
                    <a:pt x="15716" y="0"/>
                    <a:pt x="35103" y="0"/>
                  </a:cubicBezTo>
                  <a:close/>
                </a:path>
              </a:pathLst>
            </a:custGeom>
            <a:solidFill>
              <a:srgbClr val="C1314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940666" cy="444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4307734" y="5495576"/>
            <a:ext cx="9672533" cy="13868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433"/>
              </a:lnSpc>
            </a:pPr>
            <a:r>
              <a:rPr lang="en-US" sz="8167" spc="89">
                <a:solidFill>
                  <a:srgbClr val="FFECEF"/>
                </a:solidFill>
                <a:latin typeface="Dreaming Outloud Sans"/>
                <a:ea typeface="Dreaming Outloud Sans"/>
                <a:cs typeface="Dreaming Outloud Sans"/>
                <a:sym typeface="Dreaming Outloud Sans"/>
              </a:rPr>
              <a:t>Волкова Диана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561329" y="3096138"/>
            <a:ext cx="11165341" cy="1543050"/>
            <a:chOff x="0" y="0"/>
            <a:chExt cx="2940666" cy="406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940666" cy="406400"/>
            </a:xfrm>
            <a:custGeom>
              <a:avLst/>
              <a:gdLst/>
              <a:ahLst/>
              <a:cxnLst/>
              <a:rect r="r" b="b" t="t" l="l"/>
              <a:pathLst>
                <a:path h="406400" w="2940666">
                  <a:moveTo>
                    <a:pt x="35103" y="0"/>
                  </a:moveTo>
                  <a:lnTo>
                    <a:pt x="2905563" y="0"/>
                  </a:lnTo>
                  <a:cubicBezTo>
                    <a:pt x="2924950" y="0"/>
                    <a:pt x="2940666" y="15716"/>
                    <a:pt x="2940666" y="35103"/>
                  </a:cubicBezTo>
                  <a:lnTo>
                    <a:pt x="2940666" y="371297"/>
                  </a:lnTo>
                  <a:cubicBezTo>
                    <a:pt x="2940666" y="390684"/>
                    <a:pt x="2924950" y="406400"/>
                    <a:pt x="2905563" y="406400"/>
                  </a:cubicBezTo>
                  <a:lnTo>
                    <a:pt x="35103" y="406400"/>
                  </a:lnTo>
                  <a:cubicBezTo>
                    <a:pt x="15716" y="406400"/>
                    <a:pt x="0" y="390684"/>
                    <a:pt x="0" y="371297"/>
                  </a:cubicBezTo>
                  <a:lnTo>
                    <a:pt x="0" y="35103"/>
                  </a:lnTo>
                  <a:cubicBezTo>
                    <a:pt x="0" y="15716"/>
                    <a:pt x="15716" y="0"/>
                    <a:pt x="35103" y="0"/>
                  </a:cubicBezTo>
                  <a:close/>
                </a:path>
              </a:pathLst>
            </a:custGeom>
            <a:solidFill>
              <a:srgbClr val="C1314C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940666" cy="444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4307734" y="3126691"/>
            <a:ext cx="9672533" cy="13927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433"/>
              </a:lnSpc>
            </a:pPr>
            <a:r>
              <a:rPr lang="en-US" sz="8167" spc="89">
                <a:solidFill>
                  <a:srgbClr val="FFECEF"/>
                </a:solidFill>
                <a:latin typeface="Dreaming Outloud Sans"/>
                <a:ea typeface="Dreaming Outloud Sans"/>
                <a:cs typeface="Dreaming Outloud Sans"/>
                <a:sym typeface="Dreaming Outloud Sans"/>
              </a:rPr>
              <a:t>Липницкий Николай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601871" y="1404244"/>
            <a:ext cx="6545941" cy="8346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07"/>
              </a:lnSpc>
            </a:pPr>
            <a:r>
              <a:rPr lang="en-US" sz="6399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Команда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4457414" y="7167805"/>
            <a:ext cx="4099837" cy="4114800"/>
          </a:xfrm>
          <a:custGeom>
            <a:avLst/>
            <a:gdLst/>
            <a:ahLst/>
            <a:cxnLst/>
            <a:rect r="r" b="b" t="t" l="l"/>
            <a:pathLst>
              <a:path h="4114800" w="4099837">
                <a:moveTo>
                  <a:pt x="0" y="0"/>
                </a:moveTo>
                <a:lnTo>
                  <a:pt x="4099837" y="0"/>
                </a:lnTo>
                <a:lnTo>
                  <a:pt x="40998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-1861447">
            <a:off x="15217468" y="-717574"/>
            <a:ext cx="5189182" cy="5415655"/>
          </a:xfrm>
          <a:custGeom>
            <a:avLst/>
            <a:gdLst/>
            <a:ahLst/>
            <a:cxnLst/>
            <a:rect r="r" b="b" t="t" l="l"/>
            <a:pathLst>
              <a:path h="5415655" w="5189182">
                <a:moveTo>
                  <a:pt x="0" y="0"/>
                </a:moveTo>
                <a:lnTo>
                  <a:pt x="5189182" y="0"/>
                </a:lnTo>
                <a:lnTo>
                  <a:pt x="5189182" y="5415654"/>
                </a:lnTo>
                <a:lnTo>
                  <a:pt x="0" y="541565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5954939">
            <a:off x="8453324" y="8468780"/>
            <a:ext cx="2843035" cy="3636440"/>
          </a:xfrm>
          <a:custGeom>
            <a:avLst/>
            <a:gdLst/>
            <a:ahLst/>
            <a:cxnLst/>
            <a:rect r="r" b="b" t="t" l="l"/>
            <a:pathLst>
              <a:path h="3636440" w="2843035">
                <a:moveTo>
                  <a:pt x="0" y="0"/>
                </a:moveTo>
                <a:lnTo>
                  <a:pt x="2843035" y="0"/>
                </a:lnTo>
                <a:lnTo>
                  <a:pt x="2843035" y="3636440"/>
                </a:lnTo>
                <a:lnTo>
                  <a:pt x="0" y="36364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3281798" y="-667883"/>
            <a:ext cx="2263087" cy="2894647"/>
          </a:xfrm>
          <a:custGeom>
            <a:avLst/>
            <a:gdLst/>
            <a:ahLst/>
            <a:cxnLst/>
            <a:rect r="r" b="b" t="t" l="l"/>
            <a:pathLst>
              <a:path h="2894647" w="2263087">
                <a:moveTo>
                  <a:pt x="0" y="0"/>
                </a:moveTo>
                <a:lnTo>
                  <a:pt x="2263087" y="0"/>
                </a:lnTo>
                <a:lnTo>
                  <a:pt x="2263087" y="2894647"/>
                </a:lnTo>
                <a:lnTo>
                  <a:pt x="0" y="289464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788334">
            <a:off x="-1796707" y="87338"/>
            <a:ext cx="4343839" cy="4114800"/>
          </a:xfrm>
          <a:custGeom>
            <a:avLst/>
            <a:gdLst/>
            <a:ahLst/>
            <a:cxnLst/>
            <a:rect r="r" b="b" t="t" l="l"/>
            <a:pathLst>
              <a:path h="4114800" w="4343839">
                <a:moveTo>
                  <a:pt x="0" y="0"/>
                </a:moveTo>
                <a:lnTo>
                  <a:pt x="4343839" y="0"/>
                </a:lnTo>
                <a:lnTo>
                  <a:pt x="434383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-1404291">
            <a:off x="-208499" y="6298743"/>
            <a:ext cx="3462000" cy="4920155"/>
          </a:xfrm>
          <a:custGeom>
            <a:avLst/>
            <a:gdLst/>
            <a:ahLst/>
            <a:cxnLst/>
            <a:rect r="r" b="b" t="t" l="l"/>
            <a:pathLst>
              <a:path h="4920155" w="3462000">
                <a:moveTo>
                  <a:pt x="0" y="0"/>
                </a:moveTo>
                <a:lnTo>
                  <a:pt x="3462000" y="0"/>
                </a:lnTo>
                <a:lnTo>
                  <a:pt x="3462000" y="4920155"/>
                </a:lnTo>
                <a:lnTo>
                  <a:pt x="0" y="492015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FEC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6920779" y="-88491"/>
          <a:ext cx="11367221" cy="10287000"/>
        </p:xfrm>
        <a:graphic>
          <a:graphicData uri="http://schemas.openxmlformats.org/drawingml/2006/table">
            <a:tbl>
              <a:tblPr/>
              <a:tblGrid>
                <a:gridCol w="5693130"/>
                <a:gridCol w="5674091"/>
              </a:tblGrid>
              <a:tr h="260336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b="true" sz="2499">
                          <a:solidFill>
                            <a:srgbClr val="FEFEFE"/>
                          </a:solidFill>
                          <a:latin typeface="Clear Sans Regular Bold"/>
                          <a:ea typeface="Clear Sans Regular Bold"/>
                          <a:cs typeface="Clear Sans Regular Bold"/>
                          <a:sym typeface="Clear Sans Regular Bold"/>
                        </a:rPr>
                        <a:t>Что мы сделали?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Простенький клон игры Geometry Dash, внедря свои особенности в музыке и дизайне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</a:tr>
              <a:tr h="254677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b="true" sz="2499">
                          <a:solidFill>
                            <a:srgbClr val="FEFEFE"/>
                          </a:solidFill>
                          <a:latin typeface="Clear Sans Regular Bold"/>
                          <a:ea typeface="Clear Sans Regular Bold"/>
                          <a:cs typeface="Clear Sans Regular Bold"/>
                          <a:sym typeface="Clear Sans Regular Bold"/>
                        </a:rPr>
                        <a:t>Почему именно “Upswing Jumpin’”?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У джазовой композиции “Upswing” есть фишка – акценты поставлены на слабые доли, так создаётся эффект “прыгающего” ритма.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</a:tr>
              <a:tr h="2674429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Кому это нужно?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Мне и моим друзьям. Мы любим изучать новое и смеяться с багов, возникающий при разработке. С этим проектом мы повеселились однозначно.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</a:tr>
              <a:tr h="2462431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Планируем ли мы дорабатывать проект?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FEFEFE"/>
                          </a:solidFill>
                          <a:latin typeface="Clear Sans Regular"/>
                          <a:ea typeface="Clear Sans Regular"/>
                          <a:cs typeface="Clear Sans Regular"/>
                          <a:sym typeface="Clear Sans Regular"/>
                        </a:rPr>
                        <a:t>Конечно. Хочется добавить ещё элементы из GD. Навести красоту в стилях и добавить звуков.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94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314C"/>
                    </a:solidFill>
                  </a:tcPr>
                </a:tc>
              </a:tr>
            </a:tbl>
          </a:graphicData>
        </a:graphic>
      </p:graphicFrame>
      <p:grpSp>
        <p:nvGrpSpPr>
          <p:cNvPr name="Group 3" id="3"/>
          <p:cNvGrpSpPr/>
          <p:nvPr/>
        </p:nvGrpSpPr>
        <p:grpSpPr>
          <a:xfrm rot="0">
            <a:off x="0" y="4314155"/>
            <a:ext cx="6545941" cy="1326134"/>
            <a:chOff x="0" y="0"/>
            <a:chExt cx="8727921" cy="1768179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133350"/>
              <a:ext cx="8727921" cy="115730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6207"/>
                </a:lnSpc>
              </a:pPr>
              <a:r>
                <a:rPr lang="en-US" sz="6399">
                  <a:solidFill>
                    <a:srgbClr val="C1314C"/>
                  </a:solidFill>
                  <a:latin typeface="Lalezar"/>
                  <a:ea typeface="Lalezar"/>
                  <a:cs typeface="Lalezar"/>
                  <a:sym typeface="Lalezar"/>
                </a:rPr>
                <a:t>Введение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1252559"/>
              <a:ext cx="8727921" cy="5156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359"/>
                </a:lnSpc>
              </a:pPr>
              <a:r>
                <a:rPr lang="en-US" sz="2400">
                  <a:solidFill>
                    <a:srgbClr val="C1314C"/>
                  </a:solidFill>
                  <a:latin typeface="Open Sans"/>
                  <a:ea typeface="Open Sans"/>
                  <a:cs typeface="Open Sans"/>
                  <a:sym typeface="Open Sans"/>
                </a:rPr>
                <a:t>Немного </a:t>
              </a:r>
              <a:r>
                <a:rPr lang="en-US" sz="2400">
                  <a:solidFill>
                    <a:srgbClr val="C1314C"/>
                  </a:solidFill>
                  <a:latin typeface="Open Sans"/>
                  <a:ea typeface="Open Sans"/>
                  <a:cs typeface="Open Sans"/>
                  <a:sym typeface="Open Sans"/>
                </a:rPr>
                <a:t>общей информации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C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 descr="Simple Lined Octahedron Net  "/>
          <p:cNvSpPr/>
          <p:nvPr/>
        </p:nvSpPr>
        <p:spPr>
          <a:xfrm flipH="false" flipV="false" rot="0">
            <a:off x="15205688" y="-1725770"/>
            <a:ext cx="5533350" cy="4114800"/>
          </a:xfrm>
          <a:custGeom>
            <a:avLst/>
            <a:gdLst/>
            <a:ahLst/>
            <a:cxnLst/>
            <a:rect r="r" b="b" t="t" l="l"/>
            <a:pathLst>
              <a:path h="4114800" w="5533350">
                <a:moveTo>
                  <a:pt x="0" y="0"/>
                </a:moveTo>
                <a:lnTo>
                  <a:pt x="5533349" y="0"/>
                </a:lnTo>
                <a:lnTo>
                  <a:pt x="55333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 descr="Cute Organic Cone "/>
          <p:cNvSpPr/>
          <p:nvPr/>
        </p:nvSpPr>
        <p:spPr>
          <a:xfrm flipH="false" flipV="false" rot="5954939">
            <a:off x="402557" y="7468401"/>
            <a:ext cx="2843035" cy="3636440"/>
          </a:xfrm>
          <a:custGeom>
            <a:avLst/>
            <a:gdLst/>
            <a:ahLst/>
            <a:cxnLst/>
            <a:rect r="r" b="b" t="t" l="l"/>
            <a:pathLst>
              <a:path h="3636440" w="2843035">
                <a:moveTo>
                  <a:pt x="0" y="0"/>
                </a:moveTo>
                <a:lnTo>
                  <a:pt x="2843035" y="0"/>
                </a:lnTo>
                <a:lnTo>
                  <a:pt x="2843035" y="3636440"/>
                </a:lnTo>
                <a:lnTo>
                  <a:pt x="0" y="363644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 descr="Simple Lined Cuboctahedron"/>
          <p:cNvSpPr/>
          <p:nvPr/>
        </p:nvSpPr>
        <p:spPr>
          <a:xfrm flipH="false" flipV="false" rot="0">
            <a:off x="2064107" y="-2563016"/>
            <a:ext cx="4754496" cy="4114800"/>
          </a:xfrm>
          <a:custGeom>
            <a:avLst/>
            <a:gdLst/>
            <a:ahLst/>
            <a:cxnLst/>
            <a:rect r="r" b="b" t="t" l="l"/>
            <a:pathLst>
              <a:path h="4114800" w="4754496">
                <a:moveTo>
                  <a:pt x="0" y="0"/>
                </a:moveTo>
                <a:lnTo>
                  <a:pt x="4754496" y="0"/>
                </a:lnTo>
                <a:lnTo>
                  <a:pt x="475449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 descr="Cute Organic Cone "/>
          <p:cNvSpPr/>
          <p:nvPr/>
        </p:nvSpPr>
        <p:spPr>
          <a:xfrm flipH="false" flipV="false" rot="0">
            <a:off x="-198981" y="104460"/>
            <a:ext cx="2263087" cy="2894647"/>
          </a:xfrm>
          <a:custGeom>
            <a:avLst/>
            <a:gdLst/>
            <a:ahLst/>
            <a:cxnLst/>
            <a:rect r="r" b="b" t="t" l="l"/>
            <a:pathLst>
              <a:path h="2894647" w="2263087">
                <a:moveTo>
                  <a:pt x="0" y="0"/>
                </a:moveTo>
                <a:lnTo>
                  <a:pt x="2263088" y="0"/>
                </a:lnTo>
                <a:lnTo>
                  <a:pt x="2263088" y="2894647"/>
                </a:lnTo>
                <a:lnTo>
                  <a:pt x="0" y="289464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353250" y="1181100"/>
            <a:ext cx="6545941" cy="885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641"/>
              </a:lnSpc>
            </a:pPr>
            <a:r>
              <a:rPr lang="en-US" sz="6846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Технологии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441355" y="3240850"/>
            <a:ext cx="7543443" cy="613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sz="360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arcade - ядро  приложения/движок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439603" y="4134530"/>
            <a:ext cx="8605004" cy="613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sz="360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configparser- загрузка настроек проекта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439603" y="5028210"/>
            <a:ext cx="9408795" cy="613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sz="360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pydantic- работа с форматированием строк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5879745"/>
            <a:ext cx="17463541" cy="613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sz="360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datetime - расчёт полученных денег за время отсутствия игрока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728814" y="6769380"/>
            <a:ext cx="10117398" cy="613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sz="360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sqlite3 - работа с базой данных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520799" y="7524676"/>
            <a:ext cx="10117398" cy="613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sz="360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json-работа с JSON-файлами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818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297180"/>
            <a:ext cx="18288000" cy="9692640"/>
          </a:xfrm>
          <a:custGeom>
            <a:avLst/>
            <a:gdLst/>
            <a:ahLst/>
            <a:cxnLst/>
            <a:rect r="r" b="b" t="t" l="l"/>
            <a:pathLst>
              <a:path h="9692640" w="18288000">
                <a:moveTo>
                  <a:pt x="0" y="0"/>
                </a:moveTo>
                <a:lnTo>
                  <a:pt x="18288000" y="0"/>
                </a:lnTo>
                <a:lnTo>
                  <a:pt x="18288000" y="9692640"/>
                </a:lnTo>
                <a:lnTo>
                  <a:pt x="0" y="96926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818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377190"/>
            <a:ext cx="18288000" cy="9532620"/>
          </a:xfrm>
          <a:custGeom>
            <a:avLst/>
            <a:gdLst/>
            <a:ahLst/>
            <a:cxnLst/>
            <a:rect r="r" b="b" t="t" l="l"/>
            <a:pathLst>
              <a:path h="9532620" w="18288000">
                <a:moveTo>
                  <a:pt x="0" y="0"/>
                </a:moveTo>
                <a:lnTo>
                  <a:pt x="18288000" y="0"/>
                </a:lnTo>
                <a:lnTo>
                  <a:pt x="18288000" y="9532620"/>
                </a:lnTo>
                <a:lnTo>
                  <a:pt x="0" y="95326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EC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412096" y="7200900"/>
            <a:ext cx="4099837" cy="4114800"/>
          </a:xfrm>
          <a:custGeom>
            <a:avLst/>
            <a:gdLst/>
            <a:ahLst/>
            <a:cxnLst/>
            <a:rect r="r" b="b" t="t" l="l"/>
            <a:pathLst>
              <a:path h="4114800" w="4099837">
                <a:moveTo>
                  <a:pt x="0" y="0"/>
                </a:moveTo>
                <a:lnTo>
                  <a:pt x="4099837" y="0"/>
                </a:lnTo>
                <a:lnTo>
                  <a:pt x="40998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861447">
            <a:off x="15159209" y="-183498"/>
            <a:ext cx="5189182" cy="5415655"/>
          </a:xfrm>
          <a:custGeom>
            <a:avLst/>
            <a:gdLst/>
            <a:ahLst/>
            <a:cxnLst/>
            <a:rect r="r" b="b" t="t" l="l"/>
            <a:pathLst>
              <a:path h="5415655" w="5189182">
                <a:moveTo>
                  <a:pt x="0" y="0"/>
                </a:moveTo>
                <a:lnTo>
                  <a:pt x="5189182" y="0"/>
                </a:lnTo>
                <a:lnTo>
                  <a:pt x="5189182" y="5415655"/>
                </a:lnTo>
                <a:lnTo>
                  <a:pt x="0" y="54156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737905" y="7420059"/>
            <a:ext cx="5533350" cy="4114800"/>
          </a:xfrm>
          <a:custGeom>
            <a:avLst/>
            <a:gdLst/>
            <a:ahLst/>
            <a:cxnLst/>
            <a:rect r="r" b="b" t="t" l="l"/>
            <a:pathLst>
              <a:path h="4114800" w="5533350">
                <a:moveTo>
                  <a:pt x="0" y="0"/>
                </a:moveTo>
                <a:lnTo>
                  <a:pt x="5533349" y="0"/>
                </a:lnTo>
                <a:lnTo>
                  <a:pt x="55333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954939">
            <a:off x="4067335" y="8400928"/>
            <a:ext cx="2843035" cy="3636440"/>
          </a:xfrm>
          <a:custGeom>
            <a:avLst/>
            <a:gdLst/>
            <a:ahLst/>
            <a:cxnLst/>
            <a:rect r="r" b="b" t="t" l="l"/>
            <a:pathLst>
              <a:path h="3636440" w="2843035">
                <a:moveTo>
                  <a:pt x="0" y="0"/>
                </a:moveTo>
                <a:lnTo>
                  <a:pt x="2843035" y="0"/>
                </a:lnTo>
                <a:lnTo>
                  <a:pt x="2843035" y="3636440"/>
                </a:lnTo>
                <a:lnTo>
                  <a:pt x="0" y="363644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253055" y="-1919815"/>
            <a:ext cx="4754496" cy="4114800"/>
          </a:xfrm>
          <a:custGeom>
            <a:avLst/>
            <a:gdLst/>
            <a:ahLst/>
            <a:cxnLst/>
            <a:rect r="r" b="b" t="t" l="l"/>
            <a:pathLst>
              <a:path h="4114800" w="4754496">
                <a:moveTo>
                  <a:pt x="0" y="0"/>
                </a:moveTo>
                <a:lnTo>
                  <a:pt x="4754496" y="0"/>
                </a:lnTo>
                <a:lnTo>
                  <a:pt x="475449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3003210" y="-1051363"/>
            <a:ext cx="2263087" cy="2894647"/>
          </a:xfrm>
          <a:custGeom>
            <a:avLst/>
            <a:gdLst/>
            <a:ahLst/>
            <a:cxnLst/>
            <a:rect r="r" b="b" t="t" l="l"/>
            <a:pathLst>
              <a:path h="2894647" w="2263087">
                <a:moveTo>
                  <a:pt x="0" y="0"/>
                </a:moveTo>
                <a:lnTo>
                  <a:pt x="2263087" y="0"/>
                </a:lnTo>
                <a:lnTo>
                  <a:pt x="2263087" y="2894646"/>
                </a:lnTo>
                <a:lnTo>
                  <a:pt x="0" y="2894646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788334">
            <a:off x="-2411371" y="979389"/>
            <a:ext cx="4343839" cy="4114800"/>
          </a:xfrm>
          <a:custGeom>
            <a:avLst/>
            <a:gdLst/>
            <a:ahLst/>
            <a:cxnLst/>
            <a:rect r="r" b="b" t="t" l="l"/>
            <a:pathLst>
              <a:path h="4114800" w="4343839">
                <a:moveTo>
                  <a:pt x="0" y="0"/>
                </a:moveTo>
                <a:lnTo>
                  <a:pt x="4343838" y="0"/>
                </a:lnTo>
                <a:lnTo>
                  <a:pt x="4343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-1404291">
            <a:off x="8180028" y="7302992"/>
            <a:ext cx="3462000" cy="4920155"/>
          </a:xfrm>
          <a:custGeom>
            <a:avLst/>
            <a:gdLst/>
            <a:ahLst/>
            <a:cxnLst/>
            <a:rect r="r" b="b" t="t" l="l"/>
            <a:pathLst>
              <a:path h="4920155" w="3462000">
                <a:moveTo>
                  <a:pt x="0" y="0"/>
                </a:moveTo>
                <a:lnTo>
                  <a:pt x="3462000" y="0"/>
                </a:lnTo>
                <a:lnTo>
                  <a:pt x="3462000" y="4920155"/>
                </a:lnTo>
                <a:lnTo>
                  <a:pt x="0" y="4920155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3465798" y="3591498"/>
            <a:ext cx="11538920" cy="1781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87"/>
              </a:lnSpc>
            </a:pPr>
            <a:r>
              <a:rPr lang="en-US" sz="13698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Q&amp;A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465798" y="5148272"/>
            <a:ext cx="11538920" cy="10337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760"/>
              </a:lnSpc>
            </a:pPr>
            <a:r>
              <a:rPr lang="en-US" sz="8000">
                <a:solidFill>
                  <a:srgbClr val="C1314C"/>
                </a:solidFill>
                <a:latin typeface="Lalezar"/>
                <a:ea typeface="Lalezar"/>
                <a:cs typeface="Lalezar"/>
                <a:sym typeface="Lalezar"/>
              </a:rPr>
              <a:t>Zone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DAG-gOXvqtw</dc:identifier>
  <dcterms:modified xsi:type="dcterms:W3CDTF">2011-08-01T06:04:30Z</dcterms:modified>
  <cp:revision>1</cp:revision>
  <dc:title>Upswing Jumpin’</dc:title>
</cp:coreProperties>
</file>