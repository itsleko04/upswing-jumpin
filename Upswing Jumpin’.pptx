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alezar" charset="1" panose="00000500000000000000"/>
      <p:regular r:id="rId11"/>
    </p:embeddedFont>
    <p:embeddedFont>
      <p:font typeface="Dreaming Outloud Sans" charset="1" panose="00000500000000000000"/>
      <p:regular r:id="rId12"/>
    </p:embeddedFont>
    <p:embeddedFont>
      <p:font typeface="Clear Sans Regular Bold" charset="1" panose="020B0603030202020304"/>
      <p:regular r:id="rId13"/>
    </p:embeddedFont>
    <p:embeddedFont>
      <p:font typeface="Clear Sans Regular" charset="1" panose="020B0503030202020304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11" Target="../media/image20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2607" y="2487240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Upswing</a:t>
            </a:r>
          </a:p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Jumpin’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23061" y="6541875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61447">
            <a:off x="14428604" y="4873673"/>
            <a:ext cx="5189182" cy="5415655"/>
          </a:xfrm>
          <a:custGeom>
            <a:avLst/>
            <a:gdLst/>
            <a:ahLst/>
            <a:cxnLst/>
            <a:rect r="r" b="b" t="t" l="l"/>
            <a:pathLst>
              <a:path h="5415655" w="5189182">
                <a:moveTo>
                  <a:pt x="0" y="0"/>
                </a:moveTo>
                <a:lnTo>
                  <a:pt x="5189181" y="0"/>
                </a:lnTo>
                <a:lnTo>
                  <a:pt x="5189181" y="5415655"/>
                </a:lnTo>
                <a:lnTo>
                  <a:pt x="0" y="5415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7770896"/>
            <a:ext cx="5533350" cy="4114800"/>
          </a:xfrm>
          <a:custGeom>
            <a:avLst/>
            <a:gdLst/>
            <a:ahLst/>
            <a:cxnLst/>
            <a:rect r="r" b="b" t="t" l="l"/>
            <a:pathLst>
              <a:path h="4114800" w="5533350">
                <a:moveTo>
                  <a:pt x="0" y="0"/>
                </a:moveTo>
                <a:lnTo>
                  <a:pt x="5533350" y="0"/>
                </a:lnTo>
                <a:lnTo>
                  <a:pt x="55333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954939">
            <a:off x="5042893" y="7725734"/>
            <a:ext cx="2843035" cy="3636440"/>
          </a:xfrm>
          <a:custGeom>
            <a:avLst/>
            <a:gdLst/>
            <a:ahLst/>
            <a:cxnLst/>
            <a:rect r="r" b="b" t="t" l="l"/>
            <a:pathLst>
              <a:path h="3636440" w="2843035">
                <a:moveTo>
                  <a:pt x="0" y="0"/>
                </a:moveTo>
                <a:lnTo>
                  <a:pt x="2843034" y="0"/>
                </a:lnTo>
                <a:lnTo>
                  <a:pt x="2843034" y="3636439"/>
                </a:lnTo>
                <a:lnTo>
                  <a:pt x="0" y="3636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73637" y="-2399085"/>
            <a:ext cx="4754496" cy="4114800"/>
          </a:xfrm>
          <a:custGeom>
            <a:avLst/>
            <a:gdLst/>
            <a:ahLst/>
            <a:cxnLst/>
            <a:rect r="r" b="b" t="t" l="l"/>
            <a:pathLst>
              <a:path h="4114800" w="4754496">
                <a:moveTo>
                  <a:pt x="0" y="0"/>
                </a:moveTo>
                <a:lnTo>
                  <a:pt x="4754496" y="0"/>
                </a:lnTo>
                <a:lnTo>
                  <a:pt x="4754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87175" y="-822989"/>
            <a:ext cx="2263087" cy="2894647"/>
          </a:xfrm>
          <a:custGeom>
            <a:avLst/>
            <a:gdLst/>
            <a:ahLst/>
            <a:cxnLst/>
            <a:rect r="r" b="b" t="t" l="l"/>
            <a:pathLst>
              <a:path h="2894647" w="2263087">
                <a:moveTo>
                  <a:pt x="0" y="0"/>
                </a:moveTo>
                <a:lnTo>
                  <a:pt x="2263087" y="0"/>
                </a:lnTo>
                <a:lnTo>
                  <a:pt x="2263087" y="2894647"/>
                </a:lnTo>
                <a:lnTo>
                  <a:pt x="0" y="2894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88334">
            <a:off x="-882232" y="14258"/>
            <a:ext cx="4343839" cy="4114800"/>
          </a:xfrm>
          <a:custGeom>
            <a:avLst/>
            <a:gdLst/>
            <a:ahLst/>
            <a:cxnLst/>
            <a:rect r="r" b="b" t="t" l="l"/>
            <a:pathLst>
              <a:path h="4114800" w="4343839">
                <a:moveTo>
                  <a:pt x="0" y="0"/>
                </a:moveTo>
                <a:lnTo>
                  <a:pt x="4343839" y="0"/>
                </a:lnTo>
                <a:lnTo>
                  <a:pt x="4343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04291">
            <a:off x="15292195" y="-836436"/>
            <a:ext cx="3462000" cy="4920155"/>
          </a:xfrm>
          <a:custGeom>
            <a:avLst/>
            <a:gdLst/>
            <a:ahLst/>
            <a:cxnLst/>
            <a:rect r="r" b="b" t="t" l="l"/>
            <a:pathLst>
              <a:path h="4920155" w="3462000">
                <a:moveTo>
                  <a:pt x="0" y="0"/>
                </a:moveTo>
                <a:lnTo>
                  <a:pt x="3461999" y="0"/>
                </a:lnTo>
                <a:lnTo>
                  <a:pt x="3461999" y="4920155"/>
                </a:lnTo>
                <a:lnTo>
                  <a:pt x="0" y="49201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29301" y="6698392"/>
            <a:ext cx="8829398" cy="104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6150" spc="67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Проект на Arcade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1329" y="5493670"/>
            <a:ext cx="11165341" cy="1543050"/>
            <a:chOff x="0" y="0"/>
            <a:chExt cx="294066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0666" cy="406400"/>
            </a:xfrm>
            <a:custGeom>
              <a:avLst/>
              <a:gdLst/>
              <a:ahLst/>
              <a:cxnLst/>
              <a:rect r="r" b="b" t="t" l="l"/>
              <a:pathLst>
                <a:path h="406400" w="2940666">
                  <a:moveTo>
                    <a:pt x="35103" y="0"/>
                  </a:moveTo>
                  <a:lnTo>
                    <a:pt x="2905563" y="0"/>
                  </a:lnTo>
                  <a:cubicBezTo>
                    <a:pt x="2924950" y="0"/>
                    <a:pt x="2940666" y="15716"/>
                    <a:pt x="2940666" y="35103"/>
                  </a:cubicBezTo>
                  <a:lnTo>
                    <a:pt x="2940666" y="371297"/>
                  </a:lnTo>
                  <a:cubicBezTo>
                    <a:pt x="2940666" y="390684"/>
                    <a:pt x="2924950" y="406400"/>
                    <a:pt x="2905563" y="406400"/>
                  </a:cubicBezTo>
                  <a:lnTo>
                    <a:pt x="35103" y="406400"/>
                  </a:lnTo>
                  <a:cubicBezTo>
                    <a:pt x="15716" y="406400"/>
                    <a:pt x="0" y="390684"/>
                    <a:pt x="0" y="371297"/>
                  </a:cubicBezTo>
                  <a:lnTo>
                    <a:pt x="0" y="35103"/>
                  </a:lnTo>
                  <a:cubicBezTo>
                    <a:pt x="0" y="15716"/>
                    <a:pt x="15716" y="0"/>
                    <a:pt x="35103" y="0"/>
                  </a:cubicBezTo>
                  <a:close/>
                </a:path>
              </a:pathLst>
            </a:custGeom>
            <a:solidFill>
              <a:srgbClr val="C131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406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07734" y="5495576"/>
            <a:ext cx="9672533" cy="1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3"/>
              </a:lnSpc>
            </a:pPr>
            <a:r>
              <a:rPr lang="en-US" sz="8167" spc="89">
                <a:solidFill>
                  <a:srgbClr val="FFECE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Волкова Диана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61329" y="3096138"/>
            <a:ext cx="11165341" cy="1543050"/>
            <a:chOff x="0" y="0"/>
            <a:chExt cx="2940666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0666" cy="406400"/>
            </a:xfrm>
            <a:custGeom>
              <a:avLst/>
              <a:gdLst/>
              <a:ahLst/>
              <a:cxnLst/>
              <a:rect r="r" b="b" t="t" l="l"/>
              <a:pathLst>
                <a:path h="406400" w="2940666">
                  <a:moveTo>
                    <a:pt x="35103" y="0"/>
                  </a:moveTo>
                  <a:lnTo>
                    <a:pt x="2905563" y="0"/>
                  </a:lnTo>
                  <a:cubicBezTo>
                    <a:pt x="2924950" y="0"/>
                    <a:pt x="2940666" y="15716"/>
                    <a:pt x="2940666" y="35103"/>
                  </a:cubicBezTo>
                  <a:lnTo>
                    <a:pt x="2940666" y="371297"/>
                  </a:lnTo>
                  <a:cubicBezTo>
                    <a:pt x="2940666" y="390684"/>
                    <a:pt x="2924950" y="406400"/>
                    <a:pt x="2905563" y="406400"/>
                  </a:cubicBezTo>
                  <a:lnTo>
                    <a:pt x="35103" y="406400"/>
                  </a:lnTo>
                  <a:cubicBezTo>
                    <a:pt x="15716" y="406400"/>
                    <a:pt x="0" y="390684"/>
                    <a:pt x="0" y="371297"/>
                  </a:cubicBezTo>
                  <a:lnTo>
                    <a:pt x="0" y="35103"/>
                  </a:lnTo>
                  <a:cubicBezTo>
                    <a:pt x="0" y="15716"/>
                    <a:pt x="15716" y="0"/>
                    <a:pt x="35103" y="0"/>
                  </a:cubicBezTo>
                  <a:close/>
                </a:path>
              </a:pathLst>
            </a:custGeom>
            <a:solidFill>
              <a:srgbClr val="C1314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4066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307734" y="3126691"/>
            <a:ext cx="9672533" cy="139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3"/>
              </a:lnSpc>
            </a:pPr>
            <a:r>
              <a:rPr lang="en-US" sz="8167" spc="89">
                <a:solidFill>
                  <a:srgbClr val="FFECE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Липницкий Николай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1871" y="1404244"/>
            <a:ext cx="6545941" cy="83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7"/>
              </a:lnSpc>
            </a:pPr>
            <a:r>
              <a:rPr lang="en-US" sz="6399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Команда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457414" y="7167805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61447">
            <a:off x="15217468" y="-717574"/>
            <a:ext cx="5189182" cy="5415655"/>
          </a:xfrm>
          <a:custGeom>
            <a:avLst/>
            <a:gdLst/>
            <a:ahLst/>
            <a:cxnLst/>
            <a:rect r="r" b="b" t="t" l="l"/>
            <a:pathLst>
              <a:path h="5415655" w="5189182">
                <a:moveTo>
                  <a:pt x="0" y="0"/>
                </a:moveTo>
                <a:lnTo>
                  <a:pt x="5189182" y="0"/>
                </a:lnTo>
                <a:lnTo>
                  <a:pt x="5189182" y="5415654"/>
                </a:lnTo>
                <a:lnTo>
                  <a:pt x="0" y="541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954939">
            <a:off x="8453324" y="8468780"/>
            <a:ext cx="2843035" cy="3636440"/>
          </a:xfrm>
          <a:custGeom>
            <a:avLst/>
            <a:gdLst/>
            <a:ahLst/>
            <a:cxnLst/>
            <a:rect r="r" b="b" t="t" l="l"/>
            <a:pathLst>
              <a:path h="3636440" w="2843035">
                <a:moveTo>
                  <a:pt x="0" y="0"/>
                </a:moveTo>
                <a:lnTo>
                  <a:pt x="2843035" y="0"/>
                </a:lnTo>
                <a:lnTo>
                  <a:pt x="2843035" y="3636440"/>
                </a:lnTo>
                <a:lnTo>
                  <a:pt x="0" y="3636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81798" y="-667883"/>
            <a:ext cx="2263087" cy="2894647"/>
          </a:xfrm>
          <a:custGeom>
            <a:avLst/>
            <a:gdLst/>
            <a:ahLst/>
            <a:cxnLst/>
            <a:rect r="r" b="b" t="t" l="l"/>
            <a:pathLst>
              <a:path h="2894647" w="2263087">
                <a:moveTo>
                  <a:pt x="0" y="0"/>
                </a:moveTo>
                <a:lnTo>
                  <a:pt x="2263087" y="0"/>
                </a:lnTo>
                <a:lnTo>
                  <a:pt x="2263087" y="2894647"/>
                </a:lnTo>
                <a:lnTo>
                  <a:pt x="0" y="2894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88334">
            <a:off x="-1796707" y="87338"/>
            <a:ext cx="4343839" cy="4114800"/>
          </a:xfrm>
          <a:custGeom>
            <a:avLst/>
            <a:gdLst/>
            <a:ahLst/>
            <a:cxnLst/>
            <a:rect r="r" b="b" t="t" l="l"/>
            <a:pathLst>
              <a:path h="4114800" w="4343839">
                <a:moveTo>
                  <a:pt x="0" y="0"/>
                </a:moveTo>
                <a:lnTo>
                  <a:pt x="4343839" y="0"/>
                </a:lnTo>
                <a:lnTo>
                  <a:pt x="4343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404291">
            <a:off x="-208499" y="6298743"/>
            <a:ext cx="3462000" cy="4920155"/>
          </a:xfrm>
          <a:custGeom>
            <a:avLst/>
            <a:gdLst/>
            <a:ahLst/>
            <a:cxnLst/>
            <a:rect r="r" b="b" t="t" l="l"/>
            <a:pathLst>
              <a:path h="4920155" w="3462000">
                <a:moveTo>
                  <a:pt x="0" y="0"/>
                </a:moveTo>
                <a:lnTo>
                  <a:pt x="3462000" y="0"/>
                </a:lnTo>
                <a:lnTo>
                  <a:pt x="3462000" y="4920155"/>
                </a:lnTo>
                <a:lnTo>
                  <a:pt x="0" y="49201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920779" y="-88491"/>
          <a:ext cx="11367221" cy="10159699"/>
        </p:xfrm>
        <a:graphic>
          <a:graphicData uri="http://schemas.openxmlformats.org/drawingml/2006/table">
            <a:tbl>
              <a:tblPr/>
              <a:tblGrid>
                <a:gridCol w="5693130"/>
                <a:gridCol w="5674091"/>
              </a:tblGrid>
              <a:tr h="26034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EFEFE"/>
                          </a:solidFill>
                          <a:latin typeface="Clear Sans Regular Bold"/>
                          <a:ea typeface="Clear Sans Regular Bold"/>
                          <a:cs typeface="Clear Sans Regular Bold"/>
                          <a:sym typeface="Clear Sans Regular Bold"/>
                        </a:rPr>
                        <a:t>Что мы сделали?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EFEFE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Простенький клон игры Geometry Dash, внедря свои особенности в музыке и дизайне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</a:tr>
              <a:tr h="2546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EFEFE"/>
                          </a:solidFill>
                          <a:latin typeface="Clear Sans Regular Bold"/>
                          <a:ea typeface="Clear Sans Regular Bold"/>
                          <a:cs typeface="Clear Sans Regular Bold"/>
                          <a:sym typeface="Clear Sans Regular Bold"/>
                        </a:rPr>
                        <a:t>Почему именно “Upswing Jumpin’”?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EFEFE"/>
                          </a:solidFill>
                          <a:latin typeface="Clear Sans Regular"/>
                          <a:ea typeface="Clear Sans Regular"/>
                          <a:cs typeface="Clear Sans Regular"/>
                          <a:sym typeface="Clear Sans Regular"/>
                        </a:rPr>
                        <a:t>У джазовой композиции “Upswing” есть фишка – акценты поставлены на слабые доли, так создаётся эффект “прыгающего” ритма.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</a:tr>
              <a:tr h="2546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</a:tr>
              <a:tr h="24625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314C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0" y="4314155"/>
            <a:ext cx="6545941" cy="1326134"/>
            <a:chOff x="0" y="0"/>
            <a:chExt cx="8727921" cy="176817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8727921" cy="11573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07"/>
                </a:lnSpc>
              </a:pPr>
              <a:r>
                <a:rPr lang="en-US" sz="6399">
                  <a:solidFill>
                    <a:srgbClr val="C1314C"/>
                  </a:solidFill>
                  <a:latin typeface="Lalezar"/>
                  <a:ea typeface="Lalezar"/>
                  <a:cs typeface="Lalezar"/>
                  <a:sym typeface="Lalezar"/>
                </a:rPr>
                <a:t>Введение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52559"/>
              <a:ext cx="8727921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C1314C"/>
                  </a:solidFill>
                  <a:latin typeface="Open Sans"/>
                  <a:ea typeface="Open Sans"/>
                  <a:cs typeface="Open Sans"/>
                  <a:sym typeface="Open Sans"/>
                </a:rPr>
                <a:t>Немного </a:t>
              </a:r>
              <a:r>
                <a:rPr lang="en-US" sz="2400">
                  <a:solidFill>
                    <a:srgbClr val="C1314C"/>
                  </a:solidFill>
                  <a:latin typeface="Open Sans"/>
                  <a:ea typeface="Open Sans"/>
                  <a:cs typeface="Open Sans"/>
                  <a:sym typeface="Open Sans"/>
                </a:rPr>
                <a:t>общей информации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imple Lined Octahedron Net  "/>
          <p:cNvSpPr/>
          <p:nvPr/>
        </p:nvSpPr>
        <p:spPr>
          <a:xfrm flipH="false" flipV="false" rot="0">
            <a:off x="15205688" y="-1725770"/>
            <a:ext cx="5533350" cy="4114800"/>
          </a:xfrm>
          <a:custGeom>
            <a:avLst/>
            <a:gdLst/>
            <a:ahLst/>
            <a:cxnLst/>
            <a:rect r="r" b="b" t="t" l="l"/>
            <a:pathLst>
              <a:path h="4114800" w="5533350">
                <a:moveTo>
                  <a:pt x="0" y="0"/>
                </a:moveTo>
                <a:lnTo>
                  <a:pt x="5533349" y="0"/>
                </a:lnTo>
                <a:lnTo>
                  <a:pt x="553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Cute Organic Cone "/>
          <p:cNvSpPr/>
          <p:nvPr/>
        </p:nvSpPr>
        <p:spPr>
          <a:xfrm flipH="false" flipV="false" rot="5954939">
            <a:off x="402557" y="7468401"/>
            <a:ext cx="2843035" cy="3636440"/>
          </a:xfrm>
          <a:custGeom>
            <a:avLst/>
            <a:gdLst/>
            <a:ahLst/>
            <a:cxnLst/>
            <a:rect r="r" b="b" t="t" l="l"/>
            <a:pathLst>
              <a:path h="3636440" w="2843035">
                <a:moveTo>
                  <a:pt x="0" y="0"/>
                </a:moveTo>
                <a:lnTo>
                  <a:pt x="2843035" y="0"/>
                </a:lnTo>
                <a:lnTo>
                  <a:pt x="2843035" y="3636440"/>
                </a:lnTo>
                <a:lnTo>
                  <a:pt x="0" y="3636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Simple Lined Cuboctahedron"/>
          <p:cNvSpPr/>
          <p:nvPr/>
        </p:nvSpPr>
        <p:spPr>
          <a:xfrm flipH="false" flipV="false" rot="0">
            <a:off x="2064107" y="-2563016"/>
            <a:ext cx="4754496" cy="4114800"/>
          </a:xfrm>
          <a:custGeom>
            <a:avLst/>
            <a:gdLst/>
            <a:ahLst/>
            <a:cxnLst/>
            <a:rect r="r" b="b" t="t" l="l"/>
            <a:pathLst>
              <a:path h="4114800" w="4754496">
                <a:moveTo>
                  <a:pt x="0" y="0"/>
                </a:moveTo>
                <a:lnTo>
                  <a:pt x="4754496" y="0"/>
                </a:lnTo>
                <a:lnTo>
                  <a:pt x="4754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Cute Organic Cone "/>
          <p:cNvSpPr/>
          <p:nvPr/>
        </p:nvSpPr>
        <p:spPr>
          <a:xfrm flipH="false" flipV="false" rot="0">
            <a:off x="-198981" y="104460"/>
            <a:ext cx="2263087" cy="2894647"/>
          </a:xfrm>
          <a:custGeom>
            <a:avLst/>
            <a:gdLst/>
            <a:ahLst/>
            <a:cxnLst/>
            <a:rect r="r" b="b" t="t" l="l"/>
            <a:pathLst>
              <a:path h="2894647" w="2263087">
                <a:moveTo>
                  <a:pt x="0" y="0"/>
                </a:moveTo>
                <a:lnTo>
                  <a:pt x="2263088" y="0"/>
                </a:lnTo>
                <a:lnTo>
                  <a:pt x="2263088" y="2894647"/>
                </a:lnTo>
                <a:lnTo>
                  <a:pt x="0" y="2894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4325" y="2922570"/>
            <a:ext cx="7724975" cy="4441860"/>
          </a:xfrm>
          <a:custGeom>
            <a:avLst/>
            <a:gdLst/>
            <a:ahLst/>
            <a:cxnLst/>
            <a:rect r="r" b="b" t="t" l="l"/>
            <a:pathLst>
              <a:path h="4441860" w="7724975">
                <a:moveTo>
                  <a:pt x="0" y="0"/>
                </a:moveTo>
                <a:lnTo>
                  <a:pt x="7724975" y="0"/>
                </a:lnTo>
                <a:lnTo>
                  <a:pt x="7724975" y="4441860"/>
                </a:lnTo>
                <a:lnTo>
                  <a:pt x="0" y="4441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515508" y="2922570"/>
            <a:ext cx="3186410" cy="6189492"/>
          </a:xfrm>
          <a:custGeom>
            <a:avLst/>
            <a:gdLst/>
            <a:ahLst/>
            <a:cxnLst/>
            <a:rect r="r" b="b" t="t" l="l"/>
            <a:pathLst>
              <a:path h="6189492" w="3186410">
                <a:moveTo>
                  <a:pt x="0" y="0"/>
                </a:moveTo>
                <a:lnTo>
                  <a:pt x="3186409" y="0"/>
                </a:lnTo>
                <a:lnTo>
                  <a:pt x="3186409" y="6189491"/>
                </a:lnTo>
                <a:lnTo>
                  <a:pt x="0" y="6189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53250" y="1181100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Игра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2096" y="7200900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61447">
            <a:off x="15159209" y="-183498"/>
            <a:ext cx="5189182" cy="5415655"/>
          </a:xfrm>
          <a:custGeom>
            <a:avLst/>
            <a:gdLst/>
            <a:ahLst/>
            <a:cxnLst/>
            <a:rect r="r" b="b" t="t" l="l"/>
            <a:pathLst>
              <a:path h="5415655" w="5189182">
                <a:moveTo>
                  <a:pt x="0" y="0"/>
                </a:moveTo>
                <a:lnTo>
                  <a:pt x="5189182" y="0"/>
                </a:lnTo>
                <a:lnTo>
                  <a:pt x="5189182" y="5415655"/>
                </a:lnTo>
                <a:lnTo>
                  <a:pt x="0" y="5415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37905" y="7420059"/>
            <a:ext cx="5533350" cy="4114800"/>
          </a:xfrm>
          <a:custGeom>
            <a:avLst/>
            <a:gdLst/>
            <a:ahLst/>
            <a:cxnLst/>
            <a:rect r="r" b="b" t="t" l="l"/>
            <a:pathLst>
              <a:path h="4114800" w="5533350">
                <a:moveTo>
                  <a:pt x="0" y="0"/>
                </a:moveTo>
                <a:lnTo>
                  <a:pt x="5533349" y="0"/>
                </a:lnTo>
                <a:lnTo>
                  <a:pt x="553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954939">
            <a:off x="4067335" y="8400928"/>
            <a:ext cx="2843035" cy="3636440"/>
          </a:xfrm>
          <a:custGeom>
            <a:avLst/>
            <a:gdLst/>
            <a:ahLst/>
            <a:cxnLst/>
            <a:rect r="r" b="b" t="t" l="l"/>
            <a:pathLst>
              <a:path h="3636440" w="2843035">
                <a:moveTo>
                  <a:pt x="0" y="0"/>
                </a:moveTo>
                <a:lnTo>
                  <a:pt x="2843035" y="0"/>
                </a:lnTo>
                <a:lnTo>
                  <a:pt x="2843035" y="3636440"/>
                </a:lnTo>
                <a:lnTo>
                  <a:pt x="0" y="36364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3055" y="-1919815"/>
            <a:ext cx="4754496" cy="4114800"/>
          </a:xfrm>
          <a:custGeom>
            <a:avLst/>
            <a:gdLst/>
            <a:ahLst/>
            <a:cxnLst/>
            <a:rect r="r" b="b" t="t" l="l"/>
            <a:pathLst>
              <a:path h="4114800" w="4754496">
                <a:moveTo>
                  <a:pt x="0" y="0"/>
                </a:moveTo>
                <a:lnTo>
                  <a:pt x="4754496" y="0"/>
                </a:lnTo>
                <a:lnTo>
                  <a:pt x="47544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03210" y="-1051363"/>
            <a:ext cx="2263087" cy="2894647"/>
          </a:xfrm>
          <a:custGeom>
            <a:avLst/>
            <a:gdLst/>
            <a:ahLst/>
            <a:cxnLst/>
            <a:rect r="r" b="b" t="t" l="l"/>
            <a:pathLst>
              <a:path h="2894647" w="2263087">
                <a:moveTo>
                  <a:pt x="0" y="0"/>
                </a:moveTo>
                <a:lnTo>
                  <a:pt x="2263087" y="0"/>
                </a:lnTo>
                <a:lnTo>
                  <a:pt x="2263087" y="2894646"/>
                </a:lnTo>
                <a:lnTo>
                  <a:pt x="0" y="28946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88334">
            <a:off x="-2411371" y="979389"/>
            <a:ext cx="4343839" cy="4114800"/>
          </a:xfrm>
          <a:custGeom>
            <a:avLst/>
            <a:gdLst/>
            <a:ahLst/>
            <a:cxnLst/>
            <a:rect r="r" b="b" t="t" l="l"/>
            <a:pathLst>
              <a:path h="4114800" w="4343839">
                <a:moveTo>
                  <a:pt x="0" y="0"/>
                </a:moveTo>
                <a:lnTo>
                  <a:pt x="4343838" y="0"/>
                </a:lnTo>
                <a:lnTo>
                  <a:pt x="4343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404291">
            <a:off x="8180028" y="7302992"/>
            <a:ext cx="3462000" cy="4920155"/>
          </a:xfrm>
          <a:custGeom>
            <a:avLst/>
            <a:gdLst/>
            <a:ahLst/>
            <a:cxnLst/>
            <a:rect r="r" b="b" t="t" l="l"/>
            <a:pathLst>
              <a:path h="4920155" w="3462000">
                <a:moveTo>
                  <a:pt x="0" y="0"/>
                </a:moveTo>
                <a:lnTo>
                  <a:pt x="3462000" y="0"/>
                </a:lnTo>
                <a:lnTo>
                  <a:pt x="3462000" y="4920155"/>
                </a:lnTo>
                <a:lnTo>
                  <a:pt x="0" y="49201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65798" y="3591498"/>
            <a:ext cx="11538920" cy="178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7"/>
              </a:lnSpc>
            </a:pPr>
            <a:r>
              <a:rPr lang="en-US" sz="13698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Q&amp;A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5798" y="5148272"/>
            <a:ext cx="11538920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>
                <a:solidFill>
                  <a:srgbClr val="C1314C"/>
                </a:solidFill>
                <a:latin typeface="Lalezar"/>
                <a:ea typeface="Lalezar"/>
                <a:cs typeface="Lalezar"/>
                <a:sym typeface="Lalezar"/>
              </a:rPr>
              <a:t>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DAG-gOXvqtw</dc:identifier>
  <dcterms:modified xsi:type="dcterms:W3CDTF">2011-08-01T06:04:30Z</dcterms:modified>
  <cp:revision>1</cp:revision>
  <dc:title>Upswing Jumpin’</dc:title>
</cp:coreProperties>
</file>